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 Bold" charset="1" panose="020B0800040000020004"/>
      <p:regular r:id="rId19"/>
    </p:embeddedFont>
    <p:embeddedFont>
      <p:font typeface="Helvetica World" charset="1" panose="020B0500040000020004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Poppins Medium" charset="1" panose="00000600000000000000"/>
      <p:regular r:id="rId23"/>
    </p:embeddedFont>
    <p:embeddedFont>
      <p:font typeface="Poppins Semi-Bold" charset="1" panose="00000700000000000000"/>
      <p:regular r:id="rId24"/>
    </p:embeddedFont>
    <p:embeddedFont>
      <p:font typeface="Poppins Light" charset="1" panose="00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54974" y="-122789"/>
            <a:ext cx="18685978" cy="18685978"/>
          </a:xfrm>
          <a:custGeom>
            <a:avLst/>
            <a:gdLst/>
            <a:ahLst/>
            <a:cxnLst/>
            <a:rect r="r" b="b" t="t" l="l"/>
            <a:pathLst>
              <a:path h="18685978" w="18685978">
                <a:moveTo>
                  <a:pt x="0" y="0"/>
                </a:moveTo>
                <a:lnTo>
                  <a:pt x="18685978" y="0"/>
                </a:lnTo>
                <a:lnTo>
                  <a:pt x="18685978" y="18685978"/>
                </a:lnTo>
                <a:lnTo>
                  <a:pt x="0" y="18685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6131962"/>
            <a:ext cx="8963813" cy="8963813"/>
          </a:xfrm>
          <a:custGeom>
            <a:avLst/>
            <a:gdLst/>
            <a:ahLst/>
            <a:cxnLst/>
            <a:rect r="r" b="b" t="t" l="l"/>
            <a:pathLst>
              <a:path h="8963813" w="8963813">
                <a:moveTo>
                  <a:pt x="0" y="0"/>
                </a:moveTo>
                <a:lnTo>
                  <a:pt x="8963813" y="0"/>
                </a:lnTo>
                <a:lnTo>
                  <a:pt x="8963813" y="8963813"/>
                </a:lnTo>
                <a:lnTo>
                  <a:pt x="0" y="8963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27802" y="1028700"/>
            <a:ext cx="9340321" cy="10766940"/>
          </a:xfrm>
          <a:custGeom>
            <a:avLst/>
            <a:gdLst/>
            <a:ahLst/>
            <a:cxnLst/>
            <a:rect r="r" b="b" t="t" l="l"/>
            <a:pathLst>
              <a:path h="10766940" w="9340321">
                <a:moveTo>
                  <a:pt x="0" y="0"/>
                </a:moveTo>
                <a:lnTo>
                  <a:pt x="9340321" y="0"/>
                </a:lnTo>
                <a:lnTo>
                  <a:pt x="9340321" y="10766940"/>
                </a:lnTo>
                <a:lnTo>
                  <a:pt x="0" y="107669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958" y="6132517"/>
            <a:ext cx="3521777" cy="9894"/>
          </a:xfrm>
          <a:prstGeom prst="line">
            <a:avLst/>
          </a:prstGeom>
          <a:ln cap="flat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823" y="796474"/>
            <a:ext cx="434120" cy="538975"/>
          </a:xfrm>
          <a:custGeom>
            <a:avLst/>
            <a:gdLst/>
            <a:ahLst/>
            <a:cxnLst/>
            <a:rect r="r" b="b" t="t" l="l"/>
            <a:pathLst>
              <a:path h="538975" w="434120">
                <a:moveTo>
                  <a:pt x="0" y="0"/>
                </a:moveTo>
                <a:lnTo>
                  <a:pt x="434120" y="0"/>
                </a:lnTo>
                <a:lnTo>
                  <a:pt x="434120" y="538975"/>
                </a:lnTo>
                <a:lnTo>
                  <a:pt x="0" y="538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340954"/>
            <a:ext cx="8436949" cy="147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67"/>
              </a:lnSpc>
            </a:pPr>
            <a:r>
              <a:rPr lang="en-US" b="true" sz="9334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MOBILE APPS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689423"/>
            <a:ext cx="7044310" cy="109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34"/>
              </a:lnSpc>
            </a:pPr>
            <a:r>
              <a:rPr lang="en-US" b="true" sz="6940">
                <a:solidFill>
                  <a:srgbClr val="47C5F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2163" y="841375"/>
            <a:ext cx="2382009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b="true" sz="24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Salford &amp; Co.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864600"/>
            <a:ext cx="5901583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www.reallygreatsite.com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838" y="6710583"/>
            <a:ext cx="6618159" cy="43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0"/>
              </a:lnSpc>
            </a:pPr>
            <a:r>
              <a:rPr lang="en-US" sz="30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Daniel Gallego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964675" y="8438618"/>
            <a:ext cx="6489690" cy="6489690"/>
          </a:xfrm>
          <a:custGeom>
            <a:avLst/>
            <a:gdLst/>
            <a:ahLst/>
            <a:cxnLst/>
            <a:rect r="r" b="b" t="t" l="l"/>
            <a:pathLst>
              <a:path h="6489690" w="6489690">
                <a:moveTo>
                  <a:pt x="0" y="0"/>
                </a:moveTo>
                <a:lnTo>
                  <a:pt x="6489690" y="0"/>
                </a:lnTo>
                <a:lnTo>
                  <a:pt x="6489690" y="6489690"/>
                </a:lnTo>
                <a:lnTo>
                  <a:pt x="0" y="648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07507" y="2541498"/>
            <a:ext cx="14168570" cy="4890634"/>
            <a:chOff x="0" y="0"/>
            <a:chExt cx="3731640" cy="1288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1640" cy="1288068"/>
            </a:xfrm>
            <a:custGeom>
              <a:avLst/>
              <a:gdLst/>
              <a:ahLst/>
              <a:cxnLst/>
              <a:rect r="r" b="b" t="t" l="l"/>
              <a:pathLst>
                <a:path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6711" y="7009903"/>
            <a:ext cx="9065982" cy="1167429"/>
            <a:chOff x="0" y="0"/>
            <a:chExt cx="2387748" cy="30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7748" cy="307471"/>
            </a:xfrm>
            <a:custGeom>
              <a:avLst/>
              <a:gdLst/>
              <a:ahLst/>
              <a:cxnLst/>
              <a:rect r="r" b="b" t="t" l="l"/>
              <a:pathLst>
                <a:path h="307471" w="2387748">
                  <a:moveTo>
                    <a:pt x="85395" y="0"/>
                  </a:moveTo>
                  <a:lnTo>
                    <a:pt x="2302353" y="0"/>
                  </a:lnTo>
                  <a:cubicBezTo>
                    <a:pt x="2349516" y="0"/>
                    <a:pt x="2387748" y="38233"/>
                    <a:pt x="2387748" y="85395"/>
                  </a:cubicBezTo>
                  <a:lnTo>
                    <a:pt x="2387748" y="222076"/>
                  </a:lnTo>
                  <a:cubicBezTo>
                    <a:pt x="2387748" y="269238"/>
                    <a:pt x="2349516" y="307471"/>
                    <a:pt x="2302353" y="307471"/>
                  </a:cubicBezTo>
                  <a:lnTo>
                    <a:pt x="85395" y="307471"/>
                  </a:lnTo>
                  <a:cubicBezTo>
                    <a:pt x="38233" y="307471"/>
                    <a:pt x="0" y="269238"/>
                    <a:pt x="0" y="222076"/>
                  </a:cubicBezTo>
                  <a:lnTo>
                    <a:pt x="0" y="85395"/>
                  </a:lnTo>
                  <a:cubicBezTo>
                    <a:pt x="0" y="38233"/>
                    <a:pt x="38233" y="0"/>
                    <a:pt x="85395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87748" cy="34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-519040" y="1028700"/>
            <a:ext cx="5069887" cy="10031643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11575" y="3906135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410942" y="7301518"/>
            <a:ext cx="8077521" cy="52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sz="2975" spc="19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REVOLUTIONIZING MOBILE PAYMENTS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5540" y="3416034"/>
            <a:ext cx="11057710" cy="182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2"/>
              </a:lnSpc>
            </a:pPr>
            <a:r>
              <a:rPr lang="en-US" sz="12319" b="true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6149" y="6236437"/>
            <a:ext cx="2859511" cy="4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318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25540" y="5119216"/>
            <a:ext cx="9051235" cy="14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9379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2602" y="6711286"/>
            <a:ext cx="1806604" cy="27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87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85963"/>
            <a:ext cx="64062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1549" y="8037508"/>
            <a:ext cx="3970670" cy="551300"/>
            <a:chOff x="0" y="0"/>
            <a:chExt cx="1359715" cy="1887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9715" cy="188787"/>
            </a:xfrm>
            <a:custGeom>
              <a:avLst/>
              <a:gdLst/>
              <a:ahLst/>
              <a:cxnLst/>
              <a:rect r="r" b="b" t="t" l="l"/>
              <a:pathLst>
                <a:path h="188787" w="1359715">
                  <a:moveTo>
                    <a:pt x="19498" y="0"/>
                  </a:moveTo>
                  <a:lnTo>
                    <a:pt x="1340217" y="0"/>
                  </a:lnTo>
                  <a:cubicBezTo>
                    <a:pt x="1345388" y="0"/>
                    <a:pt x="1350348" y="2054"/>
                    <a:pt x="1354004" y="5711"/>
                  </a:cubicBezTo>
                  <a:cubicBezTo>
                    <a:pt x="1357661" y="9367"/>
                    <a:pt x="1359715" y="14327"/>
                    <a:pt x="1359715" y="19498"/>
                  </a:cubicBezTo>
                  <a:lnTo>
                    <a:pt x="1359715" y="169289"/>
                  </a:lnTo>
                  <a:cubicBezTo>
                    <a:pt x="1359715" y="180058"/>
                    <a:pt x="1350985" y="188787"/>
                    <a:pt x="1340217" y="188787"/>
                  </a:cubicBezTo>
                  <a:lnTo>
                    <a:pt x="19498" y="188787"/>
                  </a:lnTo>
                  <a:cubicBezTo>
                    <a:pt x="8729" y="188787"/>
                    <a:pt x="0" y="180058"/>
                    <a:pt x="0" y="169289"/>
                  </a:cubicBezTo>
                  <a:lnTo>
                    <a:pt x="0" y="19498"/>
                  </a:lnTo>
                  <a:cubicBezTo>
                    <a:pt x="0" y="8729"/>
                    <a:pt x="8729" y="0"/>
                    <a:pt x="19498" y="0"/>
                  </a:cubicBezTo>
                  <a:close/>
                </a:path>
              </a:pathLst>
            </a:custGeom>
            <a:solidFill>
              <a:srgbClr val="8981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59715" cy="24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6789" y="4543684"/>
            <a:ext cx="6580386" cy="15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6789" y="6374414"/>
            <a:ext cx="6396866" cy="7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2928" y="8076303"/>
            <a:ext cx="3457014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1131362" y="2429273"/>
            <a:ext cx="5069887" cy="10031643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2761976" y="5306708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236550" y="7637010"/>
            <a:ext cx="2859511" cy="4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318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63004" y="8111859"/>
            <a:ext cx="1806604" cy="27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87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2272120" y="-4344859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3710980"/>
            <a:ext cx="12687804" cy="9451509"/>
            <a:chOff x="0" y="0"/>
            <a:chExt cx="1155115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5115" cy="860478"/>
            </a:xfrm>
            <a:custGeom>
              <a:avLst/>
              <a:gdLst/>
              <a:ahLst/>
              <a:cxnLst/>
              <a:rect r="r" b="b" t="t" l="l"/>
              <a:pathLst>
                <a:path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49490" y="4250465"/>
            <a:ext cx="639485" cy="63948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649490" y="5005863"/>
            <a:ext cx="351730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Budget tracking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7039" y="4991912"/>
            <a:ext cx="4024907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Expense categorization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49490" y="7753619"/>
            <a:ext cx="377118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Investment 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57039" y="7754863"/>
            <a:ext cx="250555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Bill reminders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1822" y="4322929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057039" y="4250465"/>
            <a:ext cx="639485" cy="63948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259371" y="4322929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649490" y="6998221"/>
            <a:ext cx="639485" cy="63948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851822" y="7070685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057039" y="6998221"/>
            <a:ext cx="639485" cy="63948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214238" y="7089735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49490" y="5426497"/>
            <a:ext cx="4172275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57039" y="5426497"/>
            <a:ext cx="4202261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49490" y="8156447"/>
            <a:ext cx="4172275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</a:t>
            </a: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57039" y="8156447"/>
            <a:ext cx="4202261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</a:t>
            </a: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2101" y="2203678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Apps </a:t>
            </a:r>
            <a:r>
              <a:rPr lang="en-US" b="true" sz="7499" strike="noStrike" u="non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Main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58540" y="3192174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 strike="noStrike" u="non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1882140" y="4799434"/>
            <a:ext cx="3806341" cy="7531500"/>
            <a:chOff x="0" y="0"/>
            <a:chExt cx="2620010" cy="51841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3106363" y="6959738"/>
            <a:ext cx="1357895" cy="1506680"/>
          </a:xfrm>
          <a:custGeom>
            <a:avLst/>
            <a:gdLst/>
            <a:ahLst/>
            <a:cxnLst/>
            <a:rect r="r" b="b" t="t" l="l"/>
            <a:pathLst>
              <a:path h="1506680" w="1357895">
                <a:moveTo>
                  <a:pt x="0" y="0"/>
                </a:moveTo>
                <a:lnTo>
                  <a:pt x="1357895" y="0"/>
                </a:lnTo>
                <a:lnTo>
                  <a:pt x="1357895" y="1506680"/>
                </a:lnTo>
                <a:lnTo>
                  <a:pt x="0" y="150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711887" y="8711643"/>
            <a:ext cx="2146847" cy="35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b="true" sz="2391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07135" y="9056248"/>
            <a:ext cx="1356352" cy="21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4"/>
              </a:lnSpc>
            </a:pPr>
            <a:r>
              <a:rPr lang="en-US" sz="1405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4618" y="2644286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Market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1057" y="3632783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560043">
            <a:off x="9876570" y="2586520"/>
            <a:ext cx="2112427" cy="4179799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560043">
            <a:off x="10537032" y="7464282"/>
            <a:ext cx="2112427" cy="4179799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560043">
            <a:off x="13352544" y="2395995"/>
            <a:ext cx="2112427" cy="4179799"/>
            <a:chOff x="0" y="0"/>
            <a:chExt cx="2620010" cy="51841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560043">
            <a:off x="14217415" y="8114184"/>
            <a:ext cx="2112427" cy="4179799"/>
            <a:chOff x="0" y="0"/>
            <a:chExt cx="2620010" cy="51841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7" id="57"/>
          <p:cNvGrpSpPr>
            <a:grpSpLocks noChangeAspect="true"/>
          </p:cNvGrpSpPr>
          <p:nvPr/>
        </p:nvGrpSpPr>
        <p:grpSpPr>
          <a:xfrm rot="560043">
            <a:off x="16469109" y="3719479"/>
            <a:ext cx="2112427" cy="4179799"/>
            <a:chOff x="0" y="0"/>
            <a:chExt cx="2620010" cy="51841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560043">
            <a:off x="10632683" y="3791697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560043">
            <a:off x="11293145" y="8669459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560043">
            <a:off x="14108658" y="3601173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0"/>
                </a:lnTo>
                <a:lnTo>
                  <a:pt x="0" y="836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560043">
            <a:off x="14973529" y="9319361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560043">
            <a:off x="17225222" y="4924656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560043">
            <a:off x="10308367" y="4750072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3" id="73"/>
          <p:cNvSpPr txBox="true"/>
          <p:nvPr/>
        </p:nvSpPr>
        <p:spPr>
          <a:xfrm rot="560043">
            <a:off x="10968829" y="9627834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4" id="74"/>
          <p:cNvSpPr txBox="true"/>
          <p:nvPr/>
        </p:nvSpPr>
        <p:spPr>
          <a:xfrm rot="560043">
            <a:off x="13784341" y="4559548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5" id="75"/>
          <p:cNvSpPr txBox="true"/>
          <p:nvPr/>
        </p:nvSpPr>
        <p:spPr>
          <a:xfrm rot="560043">
            <a:off x="16900906" y="5883031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6" id="76"/>
          <p:cNvSpPr txBox="true"/>
          <p:nvPr/>
        </p:nvSpPr>
        <p:spPr>
          <a:xfrm rot="560043">
            <a:off x="10307567" y="4959163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7" id="77"/>
          <p:cNvSpPr txBox="true"/>
          <p:nvPr/>
        </p:nvSpPr>
        <p:spPr>
          <a:xfrm rot="560043">
            <a:off x="10968029" y="9836925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8" id="78"/>
          <p:cNvSpPr txBox="true"/>
          <p:nvPr/>
        </p:nvSpPr>
        <p:spPr>
          <a:xfrm rot="560043">
            <a:off x="13823980" y="4768638"/>
            <a:ext cx="1056946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9" id="79"/>
          <p:cNvSpPr txBox="true"/>
          <p:nvPr/>
        </p:nvSpPr>
        <p:spPr>
          <a:xfrm rot="560043">
            <a:off x="16900106" y="6092122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71057" y="5460533"/>
            <a:ext cx="6580386" cy="15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771057" y="7291263"/>
            <a:ext cx="6396866" cy="7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</a:t>
            </a:r>
          </a:p>
        </p:txBody>
      </p:sp>
      <p:sp>
        <p:nvSpPr>
          <p:cNvPr name="Freeform 82" id="82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5560523" y="7020510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00974" y="2530288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87413" y="3518785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2215044" y="2189233"/>
            <a:ext cx="5098077" cy="10087421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3854725" y="5082667"/>
            <a:ext cx="1818716" cy="2017992"/>
          </a:xfrm>
          <a:custGeom>
            <a:avLst/>
            <a:gdLst/>
            <a:ahLst/>
            <a:cxnLst/>
            <a:rect r="r" b="b" t="t" l="l"/>
            <a:pathLst>
              <a:path h="2017992" w="1818716">
                <a:moveTo>
                  <a:pt x="0" y="0"/>
                </a:moveTo>
                <a:lnTo>
                  <a:pt x="1818715" y="0"/>
                </a:lnTo>
                <a:lnTo>
                  <a:pt x="1818715" y="2017992"/>
                </a:lnTo>
                <a:lnTo>
                  <a:pt x="0" y="201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326377" y="7425873"/>
            <a:ext cx="2875410" cy="47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7"/>
              </a:lnSpc>
            </a:pPr>
            <a:r>
              <a:rPr lang="en-US" b="true" sz="320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55758" y="7903414"/>
            <a:ext cx="1816649" cy="27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4"/>
              </a:lnSpc>
            </a:pPr>
            <a:r>
              <a:rPr lang="en-US" sz="188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787413" y="5143500"/>
            <a:ext cx="5562622" cy="855816"/>
            <a:chOff x="0" y="0"/>
            <a:chExt cx="1465053" cy="2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87413" y="7466292"/>
            <a:ext cx="5562622" cy="855816"/>
            <a:chOff x="0" y="0"/>
            <a:chExt cx="1465053" cy="2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87413" y="6305676"/>
            <a:ext cx="5562622" cy="855816"/>
            <a:chOff x="0" y="0"/>
            <a:chExt cx="1465053" cy="225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975721" y="5367793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One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975721" y="7690585"/>
            <a:ext cx="318278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Three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75721" y="6529969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Two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643411" y="-4290528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237758" y="2366643"/>
            <a:ext cx="3294834" cy="6519395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1156784" y="3920517"/>
            <a:ext cx="2509522" cy="4965520"/>
            <a:chOff x="0" y="0"/>
            <a:chExt cx="2620010" cy="5184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4297466" y="4236639"/>
            <a:ext cx="1175417" cy="1304207"/>
          </a:xfrm>
          <a:custGeom>
            <a:avLst/>
            <a:gdLst/>
            <a:ahLst/>
            <a:cxnLst/>
            <a:rect r="r" b="b" t="t" l="l"/>
            <a:pathLst>
              <a:path h="1304207" w="1175417">
                <a:moveTo>
                  <a:pt x="0" y="0"/>
                </a:moveTo>
                <a:lnTo>
                  <a:pt x="1175417" y="0"/>
                </a:lnTo>
                <a:lnTo>
                  <a:pt x="1175417" y="1304208"/>
                </a:lnTo>
                <a:lnTo>
                  <a:pt x="0" y="1304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963915" y="5344807"/>
            <a:ext cx="895261" cy="993354"/>
          </a:xfrm>
          <a:custGeom>
            <a:avLst/>
            <a:gdLst/>
            <a:ahLst/>
            <a:cxnLst/>
            <a:rect r="r" b="b" t="t" l="l"/>
            <a:pathLst>
              <a:path h="993354" w="895261">
                <a:moveTo>
                  <a:pt x="0" y="0"/>
                </a:moveTo>
                <a:lnTo>
                  <a:pt x="895260" y="0"/>
                </a:lnTo>
                <a:lnTo>
                  <a:pt x="895260" y="993354"/>
                </a:lnTo>
                <a:lnTo>
                  <a:pt x="0" y="993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825833" y="4534548"/>
            <a:ext cx="6597027" cy="1886702"/>
            <a:chOff x="0" y="0"/>
            <a:chExt cx="1737489" cy="4969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37489" cy="496909"/>
            </a:xfrm>
            <a:custGeom>
              <a:avLst/>
              <a:gdLst/>
              <a:ahLst/>
              <a:cxnLst/>
              <a:rect r="r" b="b" t="t" l="l"/>
              <a:pathLst>
                <a:path h="496909" w="1737489">
                  <a:moveTo>
                    <a:pt x="19950" y="0"/>
                  </a:moveTo>
                  <a:lnTo>
                    <a:pt x="1717538" y="0"/>
                  </a:lnTo>
                  <a:cubicBezTo>
                    <a:pt x="1722830" y="0"/>
                    <a:pt x="1727904" y="2102"/>
                    <a:pt x="1731645" y="5843"/>
                  </a:cubicBezTo>
                  <a:cubicBezTo>
                    <a:pt x="1735387" y="9585"/>
                    <a:pt x="1737489" y="14659"/>
                    <a:pt x="1737489" y="19950"/>
                  </a:cubicBezTo>
                  <a:lnTo>
                    <a:pt x="1737489" y="476959"/>
                  </a:lnTo>
                  <a:cubicBezTo>
                    <a:pt x="1737489" y="482250"/>
                    <a:pt x="1735387" y="487324"/>
                    <a:pt x="1731645" y="491066"/>
                  </a:cubicBezTo>
                  <a:cubicBezTo>
                    <a:pt x="1727904" y="494807"/>
                    <a:pt x="1722830" y="496909"/>
                    <a:pt x="1717538" y="496909"/>
                  </a:cubicBezTo>
                  <a:lnTo>
                    <a:pt x="19950" y="496909"/>
                  </a:lnTo>
                  <a:cubicBezTo>
                    <a:pt x="14659" y="496909"/>
                    <a:pt x="9585" y="494807"/>
                    <a:pt x="5843" y="491066"/>
                  </a:cubicBezTo>
                  <a:cubicBezTo>
                    <a:pt x="2102" y="487324"/>
                    <a:pt x="0" y="482250"/>
                    <a:pt x="0" y="476959"/>
                  </a:cubicBezTo>
                  <a:lnTo>
                    <a:pt x="0" y="19950"/>
                  </a:lnTo>
                  <a:cubicBezTo>
                    <a:pt x="0" y="14659"/>
                    <a:pt x="2102" y="9585"/>
                    <a:pt x="5843" y="5843"/>
                  </a:cubicBezTo>
                  <a:cubicBezTo>
                    <a:pt x="9585" y="2102"/>
                    <a:pt x="14659" y="0"/>
                    <a:pt x="199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737489" cy="554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825833" y="6805625"/>
            <a:ext cx="6597027" cy="1886702"/>
            <a:chOff x="0" y="0"/>
            <a:chExt cx="1737489" cy="4969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37489" cy="496909"/>
            </a:xfrm>
            <a:custGeom>
              <a:avLst/>
              <a:gdLst/>
              <a:ahLst/>
              <a:cxnLst/>
              <a:rect r="r" b="b" t="t" l="l"/>
              <a:pathLst>
                <a:path h="496909" w="1737489">
                  <a:moveTo>
                    <a:pt x="19950" y="0"/>
                  </a:moveTo>
                  <a:lnTo>
                    <a:pt x="1717538" y="0"/>
                  </a:lnTo>
                  <a:cubicBezTo>
                    <a:pt x="1722830" y="0"/>
                    <a:pt x="1727904" y="2102"/>
                    <a:pt x="1731645" y="5843"/>
                  </a:cubicBezTo>
                  <a:cubicBezTo>
                    <a:pt x="1735387" y="9585"/>
                    <a:pt x="1737489" y="14659"/>
                    <a:pt x="1737489" y="19950"/>
                  </a:cubicBezTo>
                  <a:lnTo>
                    <a:pt x="1737489" y="476959"/>
                  </a:lnTo>
                  <a:cubicBezTo>
                    <a:pt x="1737489" y="482250"/>
                    <a:pt x="1735387" y="487324"/>
                    <a:pt x="1731645" y="491066"/>
                  </a:cubicBezTo>
                  <a:cubicBezTo>
                    <a:pt x="1727904" y="494807"/>
                    <a:pt x="1722830" y="496909"/>
                    <a:pt x="1717538" y="496909"/>
                  </a:cubicBezTo>
                  <a:lnTo>
                    <a:pt x="19950" y="496909"/>
                  </a:lnTo>
                  <a:cubicBezTo>
                    <a:pt x="14659" y="496909"/>
                    <a:pt x="9585" y="494807"/>
                    <a:pt x="5843" y="491066"/>
                  </a:cubicBezTo>
                  <a:cubicBezTo>
                    <a:pt x="2102" y="487324"/>
                    <a:pt x="0" y="482250"/>
                    <a:pt x="0" y="476959"/>
                  </a:cubicBezTo>
                  <a:lnTo>
                    <a:pt x="0" y="19950"/>
                  </a:lnTo>
                  <a:cubicBezTo>
                    <a:pt x="0" y="14659"/>
                    <a:pt x="2102" y="9585"/>
                    <a:pt x="5843" y="5843"/>
                  </a:cubicBezTo>
                  <a:cubicBezTo>
                    <a:pt x="9585" y="2102"/>
                    <a:pt x="14659" y="0"/>
                    <a:pt x="199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737489" cy="554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25833" y="2136437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12272" y="3020535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956001" y="5744873"/>
            <a:ext cx="1858348" cy="31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b="true" sz="2070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703836" y="6503083"/>
            <a:ext cx="1415417" cy="23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576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98134" y="6059659"/>
            <a:ext cx="1174082" cy="18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"/>
              </a:lnSpc>
            </a:pPr>
            <a:r>
              <a:rPr lang="en-US" sz="121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64423" y="6742841"/>
            <a:ext cx="894243" cy="12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1"/>
              </a:lnSpc>
            </a:pPr>
            <a:r>
              <a:rPr lang="en-US" sz="92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14142" y="4758841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Solution 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14142" y="7061842"/>
            <a:ext cx="262716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Solution 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269504" y="5196436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269504" y="758622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2600905" y="4985961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5662" y="2178690"/>
            <a:ext cx="6837083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User-Friendly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2101" y="3167186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436149" y="2159640"/>
            <a:ext cx="5096442" cy="10084186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8217303" y="4563169"/>
            <a:ext cx="3881724" cy="7680657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3075304" y="5052146"/>
            <a:ext cx="1818132" cy="2017345"/>
          </a:xfrm>
          <a:custGeom>
            <a:avLst/>
            <a:gdLst/>
            <a:ahLst/>
            <a:cxnLst/>
            <a:rect r="r" b="b" t="t" l="l"/>
            <a:pathLst>
              <a:path h="2017345" w="1818132">
                <a:moveTo>
                  <a:pt x="0" y="0"/>
                </a:moveTo>
                <a:lnTo>
                  <a:pt x="1818132" y="0"/>
                </a:lnTo>
                <a:lnTo>
                  <a:pt x="1818132" y="2017345"/>
                </a:lnTo>
                <a:lnTo>
                  <a:pt x="0" y="2017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465771" y="6766257"/>
            <a:ext cx="1384787" cy="1536518"/>
          </a:xfrm>
          <a:custGeom>
            <a:avLst/>
            <a:gdLst/>
            <a:ahLst/>
            <a:cxnLst/>
            <a:rect r="r" b="b" t="t" l="l"/>
            <a:pathLst>
              <a:path h="1536518" w="1384787">
                <a:moveTo>
                  <a:pt x="0" y="0"/>
                </a:moveTo>
                <a:lnTo>
                  <a:pt x="1384787" y="0"/>
                </a:lnTo>
                <a:lnTo>
                  <a:pt x="138478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2547126" y="7394604"/>
            <a:ext cx="2874488" cy="47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3202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63483" y="8543144"/>
            <a:ext cx="2189364" cy="37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2439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076337" y="7871989"/>
            <a:ext cx="1816067" cy="27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</a:pPr>
            <a:r>
              <a:rPr lang="en-US" sz="188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66558" y="8923526"/>
            <a:ext cx="1383214" cy="20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3"/>
              </a:lnSpc>
            </a:pPr>
            <a:r>
              <a:rPr lang="en-US" sz="143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72101" y="5622531"/>
            <a:ext cx="5369921" cy="191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605760" y="7094792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8736" y="2698327"/>
            <a:ext cx="6772266" cy="1787568"/>
            <a:chOff x="0" y="0"/>
            <a:chExt cx="1490916" cy="3935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8736" y="4807158"/>
            <a:ext cx="6772266" cy="1787568"/>
            <a:chOff x="0" y="0"/>
            <a:chExt cx="1490916" cy="3935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8736" y="7204326"/>
            <a:ext cx="6772266" cy="1787568"/>
            <a:chOff x="0" y="0"/>
            <a:chExt cx="1490916" cy="3935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50987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37425" y="3374190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for Users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963814" y="5143500"/>
            <a:ext cx="5002812" cy="9898924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3572855" y="6486973"/>
            <a:ext cx="1784731" cy="1980284"/>
          </a:xfrm>
          <a:custGeom>
            <a:avLst/>
            <a:gdLst/>
            <a:ahLst/>
            <a:cxnLst/>
            <a:rect r="r" b="b" t="t" l="l"/>
            <a:pathLst>
              <a:path h="1980284" w="1784731">
                <a:moveTo>
                  <a:pt x="0" y="0"/>
                </a:moveTo>
                <a:lnTo>
                  <a:pt x="1784730" y="0"/>
                </a:lnTo>
                <a:lnTo>
                  <a:pt x="1784730" y="1980284"/>
                </a:lnTo>
                <a:lnTo>
                  <a:pt x="0" y="198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054380" y="8796096"/>
            <a:ext cx="2821679" cy="45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b="true" sz="314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73869" y="9264537"/>
            <a:ext cx="1782703" cy="26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sz="1847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25397" y="2993837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5397" y="5102669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25397" y="7499837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80759" y="343143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80759" y="5540264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80759" y="793743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5530" y="3784234"/>
            <a:ext cx="4098022" cy="5474066"/>
            <a:chOff x="0" y="0"/>
            <a:chExt cx="1079314" cy="1441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12289" y="3784234"/>
            <a:ext cx="4098022" cy="5474066"/>
            <a:chOff x="0" y="0"/>
            <a:chExt cx="1079314" cy="1441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77689" y="3784234"/>
            <a:ext cx="4098022" cy="5474066"/>
            <a:chOff x="0" y="0"/>
            <a:chExt cx="1079314" cy="1441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92884" y="8152679"/>
            <a:ext cx="2467632" cy="724271"/>
            <a:chOff x="0" y="0"/>
            <a:chExt cx="845015" cy="248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10724" y="8152679"/>
            <a:ext cx="2467632" cy="724271"/>
            <a:chOff x="0" y="0"/>
            <a:chExt cx="845015" cy="2480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27484" y="8152679"/>
            <a:ext cx="2467632" cy="724271"/>
            <a:chOff x="0" y="0"/>
            <a:chExt cx="845015" cy="2480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80645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8" y="0"/>
                </a:lnTo>
                <a:lnTo>
                  <a:pt x="840498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82429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9" y="0"/>
                </a:lnTo>
                <a:lnTo>
                  <a:pt x="840499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64105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8" y="0"/>
                </a:lnTo>
                <a:lnTo>
                  <a:pt x="840498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28817" y="2076947"/>
            <a:ext cx="650486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Subscription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33680" y="2076947"/>
            <a:ext cx="472550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Price 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3769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Basic Plan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5553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Standard Plan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7229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Premium Plan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83824" y="6115436"/>
            <a:ext cx="2885752" cy="167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Core features for individual users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Limited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Email support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01664" y="5948748"/>
            <a:ext cx="2885752" cy="200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Expanded features for small businesses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Moderate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Priority email and chat support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15356" y="5948748"/>
            <a:ext cx="3491887" cy="200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All features, including advanced functionalities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High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24/7 priority support with live chat and phone assistance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3769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$25/month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5553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$35/month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7229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$45/month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5110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1549" y="3374190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Subscribe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76919" y="5026708"/>
            <a:ext cx="6555355" cy="855816"/>
            <a:chOff x="0" y="0"/>
            <a:chExt cx="1726513" cy="2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6919" y="7349500"/>
            <a:ext cx="6555355" cy="855816"/>
            <a:chOff x="0" y="0"/>
            <a:chExt cx="1726513" cy="2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6919" y="6188884"/>
            <a:ext cx="6555355" cy="855816"/>
            <a:chOff x="0" y="0"/>
            <a:chExt cx="1726513" cy="2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97506" y="5251001"/>
            <a:ext cx="549968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Visit our website or mobile app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97506" y="6434974"/>
            <a:ext cx="512592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Choose your desired plan.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97506" y="7597150"/>
            <a:ext cx="512592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Enter payment details.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1196595" y="2389096"/>
            <a:ext cx="4705788" cy="9311209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9334547" y="4481011"/>
            <a:ext cx="2681025" cy="5304868"/>
            <a:chOff x="0" y="0"/>
            <a:chExt cx="2620010" cy="5184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15087642" y="4481011"/>
            <a:ext cx="2681025" cy="5304868"/>
            <a:chOff x="0" y="0"/>
            <a:chExt cx="2620010" cy="51841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12710104" y="4118378"/>
            <a:ext cx="1678768" cy="1862711"/>
          </a:xfrm>
          <a:custGeom>
            <a:avLst/>
            <a:gdLst/>
            <a:ahLst/>
            <a:cxnLst/>
            <a:rect r="r" b="b" t="t" l="l"/>
            <a:pathLst>
              <a:path h="1862711" w="1678768">
                <a:moveTo>
                  <a:pt x="0" y="0"/>
                </a:moveTo>
                <a:lnTo>
                  <a:pt x="1678769" y="0"/>
                </a:lnTo>
                <a:lnTo>
                  <a:pt x="1678769" y="1862711"/>
                </a:lnTo>
                <a:lnTo>
                  <a:pt x="0" y="1862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196837" y="5466234"/>
            <a:ext cx="956443" cy="1061241"/>
          </a:xfrm>
          <a:custGeom>
            <a:avLst/>
            <a:gdLst/>
            <a:ahLst/>
            <a:cxnLst/>
            <a:rect r="r" b="b" t="t" l="l"/>
            <a:pathLst>
              <a:path h="1061241" w="956443">
                <a:moveTo>
                  <a:pt x="0" y="0"/>
                </a:moveTo>
                <a:lnTo>
                  <a:pt x="956443" y="0"/>
                </a:lnTo>
                <a:lnTo>
                  <a:pt x="956443" y="1061241"/>
                </a:lnTo>
                <a:lnTo>
                  <a:pt x="0" y="1061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5949932" y="5466234"/>
            <a:ext cx="956443" cy="1061241"/>
          </a:xfrm>
          <a:custGeom>
            <a:avLst/>
            <a:gdLst/>
            <a:ahLst/>
            <a:cxnLst/>
            <a:rect r="r" b="b" t="t" l="l"/>
            <a:pathLst>
              <a:path h="1061241" w="956443">
                <a:moveTo>
                  <a:pt x="0" y="0"/>
                </a:moveTo>
                <a:lnTo>
                  <a:pt x="956444" y="0"/>
                </a:lnTo>
                <a:lnTo>
                  <a:pt x="956444" y="1061241"/>
                </a:lnTo>
                <a:lnTo>
                  <a:pt x="0" y="1061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2222413" y="6291536"/>
            <a:ext cx="2654152" cy="43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b="true" sz="295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918985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672080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711058" y="6731599"/>
            <a:ext cx="1676861" cy="24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737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197381" y="6959160"/>
            <a:ext cx="955357" cy="13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950476" y="6959160"/>
            <a:ext cx="955357" cy="13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999376" y="7543678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2510639" y="2244577"/>
            <a:ext cx="5497134" cy="10877024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4278667" y="4264664"/>
            <a:ext cx="1961077" cy="2175953"/>
          </a:xfrm>
          <a:custGeom>
            <a:avLst/>
            <a:gdLst/>
            <a:ahLst/>
            <a:cxnLst/>
            <a:rect r="r" b="b" t="t" l="l"/>
            <a:pathLst>
              <a:path h="2175953" w="1961077">
                <a:moveTo>
                  <a:pt x="0" y="0"/>
                </a:moveTo>
                <a:lnTo>
                  <a:pt x="1961078" y="0"/>
                </a:lnTo>
                <a:lnTo>
                  <a:pt x="1961078" y="2175952"/>
                </a:lnTo>
                <a:lnTo>
                  <a:pt x="0" y="217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974195" y="5904459"/>
            <a:ext cx="6257766" cy="2475045"/>
            <a:chOff x="0" y="0"/>
            <a:chExt cx="1648136" cy="6518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8136" cy="651864"/>
            </a:xfrm>
            <a:custGeom>
              <a:avLst/>
              <a:gdLst/>
              <a:ahLst/>
              <a:cxnLst/>
              <a:rect r="r" b="b" t="t" l="l"/>
              <a:pathLst>
                <a:path h="651864" w="1648136">
                  <a:moveTo>
                    <a:pt x="38352" y="0"/>
                  </a:moveTo>
                  <a:lnTo>
                    <a:pt x="1609784" y="0"/>
                  </a:lnTo>
                  <a:cubicBezTo>
                    <a:pt x="1619955" y="0"/>
                    <a:pt x="1629710" y="4041"/>
                    <a:pt x="1636903" y="11233"/>
                  </a:cubicBezTo>
                  <a:cubicBezTo>
                    <a:pt x="1644095" y="18426"/>
                    <a:pt x="1648136" y="28181"/>
                    <a:pt x="1648136" y="38352"/>
                  </a:cubicBezTo>
                  <a:lnTo>
                    <a:pt x="1648136" y="613511"/>
                  </a:lnTo>
                  <a:cubicBezTo>
                    <a:pt x="1648136" y="623683"/>
                    <a:pt x="1644095" y="633438"/>
                    <a:pt x="1636903" y="640631"/>
                  </a:cubicBezTo>
                  <a:cubicBezTo>
                    <a:pt x="1629710" y="647823"/>
                    <a:pt x="1619955" y="651864"/>
                    <a:pt x="1609784" y="651864"/>
                  </a:cubicBezTo>
                  <a:lnTo>
                    <a:pt x="38352" y="651864"/>
                  </a:lnTo>
                  <a:cubicBezTo>
                    <a:pt x="17171" y="651864"/>
                    <a:pt x="0" y="634693"/>
                    <a:pt x="0" y="613511"/>
                  </a:cubicBezTo>
                  <a:lnTo>
                    <a:pt x="0" y="38352"/>
                  </a:lnTo>
                  <a:cubicBezTo>
                    <a:pt x="0" y="28181"/>
                    <a:pt x="4041" y="18426"/>
                    <a:pt x="11233" y="11233"/>
                  </a:cubicBezTo>
                  <a:cubicBezTo>
                    <a:pt x="18426" y="4041"/>
                    <a:pt x="28181" y="0"/>
                    <a:pt x="383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648136" cy="70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49703" y="5352640"/>
            <a:ext cx="3781270" cy="685294"/>
            <a:chOff x="0" y="0"/>
            <a:chExt cx="1294857" cy="23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4857" cy="234672"/>
            </a:xfrm>
            <a:custGeom>
              <a:avLst/>
              <a:gdLst/>
              <a:ahLst/>
              <a:cxnLst/>
              <a:rect r="r" b="b" t="t" l="l"/>
              <a:pathLst>
                <a:path h="234672" w="1294857">
                  <a:moveTo>
                    <a:pt x="61423" y="0"/>
                  </a:moveTo>
                  <a:lnTo>
                    <a:pt x="1233434" y="0"/>
                  </a:lnTo>
                  <a:cubicBezTo>
                    <a:pt x="1267357" y="0"/>
                    <a:pt x="1294857" y="27500"/>
                    <a:pt x="1294857" y="61423"/>
                  </a:cubicBezTo>
                  <a:lnTo>
                    <a:pt x="1294857" y="173249"/>
                  </a:lnTo>
                  <a:cubicBezTo>
                    <a:pt x="1294857" y="189539"/>
                    <a:pt x="1288386" y="205162"/>
                    <a:pt x="1276867" y="216681"/>
                  </a:cubicBezTo>
                  <a:cubicBezTo>
                    <a:pt x="1265347" y="228200"/>
                    <a:pt x="1249724" y="234672"/>
                    <a:pt x="1233434" y="234672"/>
                  </a:cubicBezTo>
                  <a:lnTo>
                    <a:pt x="61423" y="234672"/>
                  </a:lnTo>
                  <a:cubicBezTo>
                    <a:pt x="45133" y="234672"/>
                    <a:pt x="29510" y="228200"/>
                    <a:pt x="17990" y="216681"/>
                  </a:cubicBezTo>
                  <a:cubicBezTo>
                    <a:pt x="6471" y="205162"/>
                    <a:pt x="0" y="189539"/>
                    <a:pt x="0" y="173249"/>
                  </a:cubicBezTo>
                  <a:lnTo>
                    <a:pt x="0" y="61423"/>
                  </a:lnTo>
                  <a:cubicBezTo>
                    <a:pt x="0" y="45133"/>
                    <a:pt x="6471" y="29510"/>
                    <a:pt x="17990" y="17990"/>
                  </a:cubicBezTo>
                  <a:cubicBezTo>
                    <a:pt x="29510" y="6471"/>
                    <a:pt x="45133" y="0"/>
                    <a:pt x="61423" y="0"/>
                  </a:cubicBezTo>
                  <a:close/>
                </a:path>
              </a:pathLst>
            </a:custGeom>
            <a:solidFill>
              <a:srgbClr val="F7B8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94857" cy="291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33181" y="4922720"/>
            <a:ext cx="1370890" cy="137089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958" r="0" b="-4713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74195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60634" y="3374190"/>
            <a:ext cx="6653150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Testimonial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708963" y="6800066"/>
            <a:ext cx="3100486" cy="50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b="true" sz="345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279781" y="7315733"/>
            <a:ext cx="1958849" cy="2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202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65101" y="6332594"/>
            <a:ext cx="5075954" cy="171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</a:pPr>
            <a:r>
              <a:rPr lang="en-US" sz="148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"I've been using wardiere inc for my small business, and it's been a game-changer. The convenience and efficiency it brings to my day-to-day transactions are remarkable. The user-friendly interface made it easy for me to manage payments, and the security features put my mind at ease.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77227" y="5469172"/>
            <a:ext cx="2560470" cy="37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2"/>
              </a:lnSpc>
            </a:pPr>
            <a:r>
              <a:rPr lang="en-US" b="true" sz="1968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Samantha Rachel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524141">
            <a:off x="13605760" y="6855137"/>
            <a:ext cx="7307079" cy="9451509"/>
            <a:chOff x="0" y="0"/>
            <a:chExt cx="665246" cy="8604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0950" y="3600450"/>
            <a:ext cx="9059728" cy="4049588"/>
            <a:chOff x="0" y="0"/>
            <a:chExt cx="2386101" cy="1066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86101" cy="1066558"/>
            </a:xfrm>
            <a:custGeom>
              <a:avLst/>
              <a:gdLst/>
              <a:ahLst/>
              <a:cxnLst/>
              <a:rect r="r" b="b" t="t" l="l"/>
              <a:pathLst>
                <a:path h="1066558" w="2386101">
                  <a:moveTo>
                    <a:pt x="24782" y="0"/>
                  </a:moveTo>
                  <a:lnTo>
                    <a:pt x="2361320" y="0"/>
                  </a:lnTo>
                  <a:cubicBezTo>
                    <a:pt x="2367892" y="0"/>
                    <a:pt x="2374195" y="2611"/>
                    <a:pt x="2378843" y="7258"/>
                  </a:cubicBezTo>
                  <a:cubicBezTo>
                    <a:pt x="2383490" y="11906"/>
                    <a:pt x="2386101" y="18209"/>
                    <a:pt x="2386101" y="24782"/>
                  </a:cubicBezTo>
                  <a:lnTo>
                    <a:pt x="2386101" y="1041777"/>
                  </a:lnTo>
                  <a:cubicBezTo>
                    <a:pt x="2386101" y="1048349"/>
                    <a:pt x="2383490" y="1054652"/>
                    <a:pt x="2378843" y="1059300"/>
                  </a:cubicBezTo>
                  <a:cubicBezTo>
                    <a:pt x="2374195" y="1063947"/>
                    <a:pt x="2367892" y="1066558"/>
                    <a:pt x="2361320" y="1066558"/>
                  </a:cubicBezTo>
                  <a:lnTo>
                    <a:pt x="24782" y="1066558"/>
                  </a:lnTo>
                  <a:cubicBezTo>
                    <a:pt x="18209" y="1066558"/>
                    <a:pt x="11906" y="1063947"/>
                    <a:pt x="7258" y="1059300"/>
                  </a:cubicBezTo>
                  <a:cubicBezTo>
                    <a:pt x="2611" y="1054652"/>
                    <a:pt x="0" y="1048349"/>
                    <a:pt x="0" y="1041777"/>
                  </a:cubicBezTo>
                  <a:lnTo>
                    <a:pt x="0" y="24782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86101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66745" y="7301269"/>
            <a:ext cx="4249157" cy="697540"/>
            <a:chOff x="0" y="0"/>
            <a:chExt cx="1455080" cy="238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55080" cy="238865"/>
            </a:xfrm>
            <a:custGeom>
              <a:avLst/>
              <a:gdLst/>
              <a:ahLst/>
              <a:cxnLst/>
              <a:rect r="r" b="b" t="t" l="l"/>
              <a:pathLst>
                <a:path h="238865" w="1455080">
                  <a:moveTo>
                    <a:pt x="119433" y="0"/>
                  </a:moveTo>
                  <a:lnTo>
                    <a:pt x="1335647" y="0"/>
                  </a:lnTo>
                  <a:cubicBezTo>
                    <a:pt x="1367323" y="0"/>
                    <a:pt x="1397701" y="12583"/>
                    <a:pt x="1420099" y="34981"/>
                  </a:cubicBezTo>
                  <a:cubicBezTo>
                    <a:pt x="1442497" y="57379"/>
                    <a:pt x="1455080" y="87757"/>
                    <a:pt x="1455080" y="119433"/>
                  </a:cubicBezTo>
                  <a:lnTo>
                    <a:pt x="1455080" y="119433"/>
                  </a:lnTo>
                  <a:cubicBezTo>
                    <a:pt x="1455080" y="185393"/>
                    <a:pt x="1401608" y="238865"/>
                    <a:pt x="1335647" y="238865"/>
                  </a:cubicBezTo>
                  <a:lnTo>
                    <a:pt x="119433" y="238865"/>
                  </a:lnTo>
                  <a:cubicBezTo>
                    <a:pt x="53472" y="238865"/>
                    <a:pt x="0" y="185393"/>
                    <a:pt x="0" y="119433"/>
                  </a:cubicBezTo>
                  <a:lnTo>
                    <a:pt x="0" y="119433"/>
                  </a:lnTo>
                  <a:cubicBezTo>
                    <a:pt x="0" y="53472"/>
                    <a:pt x="53472" y="0"/>
                    <a:pt x="119433" y="0"/>
                  </a:cubicBezTo>
                  <a:close/>
                </a:path>
              </a:pathLst>
            </a:custGeom>
            <a:solidFill>
              <a:srgbClr val="F7B8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455080" cy="29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0969" y="7446126"/>
            <a:ext cx="348070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www.reallygreatsite.com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80777" y="2223926"/>
            <a:ext cx="6841525" cy="13537133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481198" y="4738049"/>
            <a:ext cx="2440683" cy="2708109"/>
          </a:xfrm>
          <a:custGeom>
            <a:avLst/>
            <a:gdLst/>
            <a:ahLst/>
            <a:cxnLst/>
            <a:rect r="r" b="b" t="t" l="l"/>
            <a:pathLst>
              <a:path h="2708109" w="2440683">
                <a:moveTo>
                  <a:pt x="0" y="0"/>
                </a:moveTo>
                <a:lnTo>
                  <a:pt x="2440683" y="0"/>
                </a:lnTo>
                <a:lnTo>
                  <a:pt x="2440683" y="2708109"/>
                </a:lnTo>
                <a:lnTo>
                  <a:pt x="0" y="270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82960" y="4396345"/>
            <a:ext cx="6635037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Download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66745" y="5578295"/>
            <a:ext cx="3758244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Now!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72166" y="7888856"/>
            <a:ext cx="3858748" cy="63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b="true" sz="4299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82585" y="8523441"/>
            <a:ext cx="2437910" cy="37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</a:pPr>
            <a:r>
              <a:rPr lang="en-US" sz="252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DAHQr1fE_CI</dc:identifier>
  <dcterms:modified xsi:type="dcterms:W3CDTF">2011-08-01T06:04:30Z</dcterms:modified>
  <cp:revision>1</cp:revision>
  <dc:title>Purple and Pink Pastel Simple Modern Payment Mobile App Presentation</dc:title>
</cp:coreProperties>
</file>